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that this is a real-world problem affecting millions. Manual inspection requires significant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deep learning is perfect for image classification. Transfer learning saves time and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data collection challenges. Mention balanced classes to avoid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VGG19: proven architecture, good for image tasks. Dropout regularization prevents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training progress from logs. Mention that early stopping saves time and improves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multiple metrics matter. F1 is critical for pothole detection—missing potholes is costly.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 actual numbers from training_output.log. Emphasize low FN rate—missing potholes is unacceptable.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TFLite quantization and model optimization. Show inference speed on edge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 few test images in advance. Show both pothole and plain road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technology to real-world impact. Mention potential partnerships with municipalities.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awareness of limitations. Discuss mitigation strategies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forward-thinking. Mention scalability and collaboration opportunities.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Briefly explain each file. Offer to share code repository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6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Pothole 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C00000"/>
                </a:solidFill>
              </a:defRPr>
            </a:pPr>
            <a:r>
              <a:t>Automated Road Surface Monitoring using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Presented to: Reviewers &amp; Supervisor | Date: February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🚗 Road potholes cause vehicle damage, accidents, and injuries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💰 Current manual inspection is expensive and time-consuming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📊 No real-time monitoring or data collection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🛣️ Need for automated, scalable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Solution: Our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Deep Learning-based image classification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Transfer Learning using pre-trained VGG19 neural network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Binary classification: POTHOLE vs PLAIN ROAD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Optimized for edge deployment (TFLite format)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Real-time inference capability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📷 Total Images: 712 high-quality road surface photos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🔄 Training Set: 696 images (356 Pothole + 340 Plain)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🧪 Test Set: 16 images (8 Pothole + 8 Plain)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📐 Image Size: Standardized to 224×224 pixels (VGG19 standard)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✨ Data Preprocessing: Normalization, grayscale to RGB conversion, shuffling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Model Architecture: VGG19 Transfer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🏗️ Base Model: VGG19 (pre-trained on ImageNet)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🔒 Frozen Layers: Initial layers frozen to retain learned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➕ Custom Head: Global Average Pooling → Dense(512) → Dropout(0.5)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                 Dense(256) → Dropout(0.5) → Dense(2, softmax)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⚙️ Loss Function: Categorical Crossentropy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🎯 Optimizer: Adam (learning_rate=0.0005)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🛑 Early Stopping: Prevents overfitting after 10 epochs without improvement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Training &amp;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📊 Batch Size: 32-64 images per batch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🔁 Epochs: Up to 100 (with early stopping)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✔️ Training Metrics: Accuracy, Loss per epoch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🔍 Validation: Monitored after each epoch using hold-out test 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💾 Model Saved: Best weights stored in pothole_model.h5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⚡ Runtime: ~7 seconds per epoch on standard CPU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🎯 Accuracy: Overall correctness of predictions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🔴 Precision (Pothole): True positives / (True + False Positives)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🟢 Recall (Pothole): True positives / (True positives + False Negatives)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📊 F1-Score: Harmonic mean of Precision &amp; Recall (best for imbalanced data)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📈 AUC-ROC: Area under Receiver Operating Characteristic curve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🧮 Matthews Correlation Coefficient (MCC): Robustness metric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📉 Confusion Matrix: Visualizes True/False Positives &amp; Negatives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Key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Training Accuracy: ~82% (Epoch 1-20)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Validation Accuracy: ~80%+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F1-Score (Pothole): Strong recall on pothole detection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Low False Negatives: Ensures potholes are not missed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Model Size: Compact H5 format for deployment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✅ Inference Time: &lt;100ms per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Deployment &amp; Edge Computing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📦 Model Formats: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• pothole_model.h5 (TensorFlow native, full precision)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• pothole_model.tflite (TensorFlow Lite, optimized for mobile/edge)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🚀 Deployment Targets: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• Mobile devices (Android/iOS) using TFLite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• Raspberry Pi / edge computing devices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• Roadside cameras &amp; vehicle-mounted systems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⚡ Benefits: Real-time inference, low latency, minimal resource usage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🖼️ What we'll see: Running inference on sample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1️⃣ Load a test image from our dataset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2️⃣ Preprocess: Resize to 224×224, normalize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3️⃣ Predict: Model classifies as 'POTHOLE' or 'PLAIN ROAD'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4️⃣ Output: Confidence scores for both classes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5️⃣ Inference Time: Display execution time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Command: python predictor.py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🛣️ Road Maintenance: Automated pothole detection for city/highway networks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🚗 Vehicle Safety: Early warning system for drivers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💵 Cost Reduction: Reduce manual inspection time by 80%+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📍 Geographic Mapping: Create heat maps of road damage hotspots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🌍 Smart Cities: Integration with IoT and traffic management systems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🔧 Predictive Maintenance: Schedule repairs before accident occurs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Challenges &amp;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❌ Challenge: Varied lighting conditions in images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✅ Solution: Histogram equalization, data augmentation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❌ Challenge: False positives (shadows/cracks)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✅ Solution: Threshold tuning, ensemble methods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❌ Challenge: Limited test dataset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✅ Solution: Continue collecting field data, synthetic augmentation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❌ Challenge: Real-time processing on edge devices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   ✅ Solution: Model quantization, TFLite optimization, batch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Future Work &amp; Improvements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🔍 Extend to multi-class classification (severity: None/Mild/Severe/Critical)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📊 Deploy with mobile app for crowdsourced pothole reporting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🤖 Implement ensemble model (VGG19 + ResNet50 + MobileNet)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💾 Quantize model for ultra-low latency (&lt;50ms)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📡 Integrate with cloud backend for data aggregation &amp; analytics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🗺️ Create interactive web dashboard for visualization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📚 Release as open-source project for broader community 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4682"/>
                </a:solidFill>
              </a:defRPr>
            </a:pPr>
            <a:r>
              <a:t>Project Code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8229600" cy="0"/>
          </a:xfrm>
          <a:prstGeom prst="rect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📄 main.py: Core training pipeline, model architecture, metrics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📄 predictor.py: Single-image inference script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📄 convert_model.py: TensorFlow to TFLite conversion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📁 My Dataset/: Organized train/test folder structure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📊 training_output.log: Live training metrics and results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💾 pothole_model.h5: Final trained model weights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📱 pothole_model.tflite: Mobile-optimized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46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2400"/>
              </a:spcBef>
            </a:pPr>
          </a:p>
          <a:p>
            <a:pPr algn="ctr">
              <a:spcBef>
                <a:spcPts val="2400"/>
              </a:spcBef>
              <a:defRPr sz="2400">
                <a:solidFill>
                  <a:srgbClr val="C00000"/>
                </a:solidFill>
              </a:defRPr>
            </a:pPr>
            <a:r>
              <a:t>Pothole Detection System</a:t>
            </a:r>
            <a:br/>
            <a:r>
              <a:t>Automated Road Monitoring with Deep Learning</a:t>
            </a:r>
          </a:p>
          <a:p>
            <a:br/>
            <a:pPr algn="ctr">
              <a:spcBef>
                <a:spcPts val="4800"/>
              </a:spcBef>
              <a:defRPr sz="2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